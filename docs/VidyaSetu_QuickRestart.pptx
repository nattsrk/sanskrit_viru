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03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F4962A">
              <a:alpha val="12000"/>
            </a:srgbClr>
          </a:solidFill>
          <a:ln w="12700">
            <a:solidFill>
              <a:srgbClr val="F4962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संस्कृत महाविद्यालय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VidyaSetu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Restart Programme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3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विद्यासेतु — Bridge of Knowledge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4846320" cy="1508760"/>
          </a:xfrm>
          <a:prstGeom prst="rect">
            <a:avLst/>
          </a:prstGeom>
          <a:solidFill>
            <a:srgbClr val="FFFDF8"/>
          </a:solidFill>
          <a:ln w="12700">
            <a:solidFill>
              <a:srgbClr val="E8C8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44368"/>
            <a:ext cx="64008" cy="150876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992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32918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disrupted due to management issues. Teachers and students need to reconnect and continue from where they left off — quickly, simply, with no complexity.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502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97880" y="960120"/>
            <a:ext cx="2926080" cy="749808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99669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1161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97880" y="1856232"/>
            <a:ext cx="2926080" cy="749808"/>
          </a:xfrm>
          <a:prstGeom prst="rect">
            <a:avLst/>
          </a:prstGeom>
          <a:solidFill>
            <a:srgbClr val="FFF0D6"/>
          </a:solidFill>
          <a:ln w="9525">
            <a:solidFill>
              <a:srgbClr val="E8C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89280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2057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97880" y="2752344"/>
            <a:ext cx="2926080" cy="749808"/>
          </a:xfrm>
          <a:prstGeom prst="rect">
            <a:avLst/>
          </a:prstGeom>
          <a:solidFill>
            <a:srgbClr val="FFFDF8"/>
          </a:solidFill>
          <a:ln w="9525">
            <a:solidFill>
              <a:srgbClr val="E8C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7889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2953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897880" y="3648456"/>
            <a:ext cx="2926080" cy="749808"/>
          </a:xfrm>
          <a:prstGeom prst="rect">
            <a:avLst/>
          </a:prstGeom>
          <a:solidFill>
            <a:srgbClr val="FFF0D6"/>
          </a:solidFill>
          <a:ln w="9525">
            <a:solidFill>
              <a:srgbClr val="E8C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68503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wks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38496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FOR SANSKRIT COLLEGE  • 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Classes stopped. Teachers and students separated.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06040" cy="1737360"/>
          </a:xfrm>
          <a:prstGeom prst="rect">
            <a:avLst/>
          </a:prstGeom>
          <a:solidFill>
            <a:srgbClr val="FFFDF8"/>
          </a:solidFill>
          <a:ln w="25400">
            <a:solidFill>
              <a:srgbClr val="D458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06040" cy="54864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reach their students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06040" cy="1737360"/>
          </a:xfrm>
          <a:prstGeom prst="rect">
            <a:avLst/>
          </a:prstGeom>
          <a:solidFill>
            <a:srgbClr val="FFFDF8"/>
          </a:solidFill>
          <a:ln w="25400">
            <a:solidFill>
              <a:srgbClr val="6B1E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71600"/>
            <a:ext cx="2606040" cy="54864"/>
          </a:xfrm>
          <a:prstGeom prst="rect">
            <a:avLst/>
          </a:prstGeom>
          <a:solidFill>
            <a:srgbClr val="6B1E2C"/>
          </a:solidFill>
          <a:ln w="12700">
            <a:solidFill>
              <a:srgbClr val="6B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630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6B1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200400" y="2331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8346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interrupted mid-course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06040" cy="1737360"/>
          </a:xfrm>
          <a:prstGeom prst="rect">
            <a:avLst/>
          </a:prstGeom>
          <a:solidFill>
            <a:srgbClr val="FFFDF8"/>
          </a:solidFill>
          <a:ln w="25400">
            <a:solidFill>
              <a:srgbClr val="2A5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630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A5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035040" y="2331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8346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continuity since disruption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8412480" cy="1280160"/>
          </a:xfrm>
          <a:prstGeom prst="rect">
            <a:avLst/>
          </a:prstGeom>
          <a:solidFill>
            <a:srgbClr val="FFF0D6"/>
          </a:solidFill>
          <a:ln w="12700">
            <a:solidFill>
              <a:srgbClr val="E8C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10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Need Right Now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639312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reliable way to resume classes — no new technology to learn, no complicated setup. Just login, join, and teach.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Quick Restart Programme  •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45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F4962A">
              <a:alpha val="1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7020"/>
          </a:solidFill>
          <a:ln w="12700">
            <a:solidFill>
              <a:srgbClr val="E87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—  MINIMAL &amp; FOCUSED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things. That's all.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complex setup. Teachers log in, students join, classes happen.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20240"/>
            <a:ext cx="2697480" cy="54864"/>
          </a:xfrm>
          <a:prstGeom prst="rect">
            <a:avLst/>
          </a:prstGeom>
          <a:solidFill>
            <a:srgbClr val="E87020"/>
          </a:solidFill>
          <a:ln w="12700">
            <a:solidFill>
              <a:srgbClr val="E87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2029968"/>
            <a:ext cx="475488" cy="475488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29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" y="2633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&amp; Profiles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9768" y="3127248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teacher and student gets a simple login. Existing class groups are pre-loaded. No registration forms — admin sets it up once.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9202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920240"/>
            <a:ext cx="2697480" cy="54864"/>
          </a:xfrm>
          <a:prstGeom prst="rect">
            <a:avLst/>
          </a:prstGeom>
          <a:solidFill>
            <a:srgbClr val="E87020"/>
          </a:solidFill>
          <a:ln w="12700">
            <a:solidFill>
              <a:srgbClr val="E87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2029968"/>
            <a:ext cx="475488" cy="475488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2029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2633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a Class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10128" y="3127248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picks a subject, sets a time, sends a link. Students get notified via SMS/WhatsApp. One click to join.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9202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920240"/>
            <a:ext cx="2697480" cy="54864"/>
          </a:xfrm>
          <a:prstGeom prst="rect">
            <a:avLst/>
          </a:prstGeom>
          <a:solidFill>
            <a:srgbClr val="E87020"/>
          </a:solidFill>
          <a:ln w="12700">
            <a:solidFill>
              <a:srgbClr val="E87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5352" y="2029968"/>
            <a:ext cx="475488" cy="475488"/>
          </a:xfrm>
          <a:prstGeom prst="ellipse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2029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90488" y="26334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5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Conduct the Class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90488" y="3127248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session with audio, screen share, and text chat. Session recorded automatically. Nothing else needed.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—  DAY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steps for teachers and students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931920" cy="50292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393192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Teacher / Guru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56232"/>
            <a:ext cx="3931920" cy="429768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56232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Receive login credentials (SMS/Email)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22576"/>
            <a:ext cx="3931920" cy="429768"/>
          </a:xfrm>
          <a:prstGeom prst="rect">
            <a:avLst/>
          </a:prstGeom>
          <a:solidFill>
            <a:srgbClr val="FFF0D6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22576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Log in to VidyaSetu web portal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3931920" cy="429768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See your class list, already set up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3931920" cy="429768"/>
          </a:xfrm>
          <a:prstGeom prst="rect">
            <a:avLst/>
          </a:prstGeom>
          <a:solidFill>
            <a:srgbClr val="FFF0D6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55264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Click 'Start Class' — session begins instantly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721608"/>
            <a:ext cx="3931920" cy="429768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21608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Students are notified and join automatically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187952"/>
            <a:ext cx="3931920" cy="429768"/>
          </a:xfrm>
          <a:prstGeom prst="rect">
            <a:avLst/>
          </a:prstGeom>
          <a:solidFill>
            <a:srgbClr val="FFF0D6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87952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Teach as usual — class is recorded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1298448"/>
            <a:ext cx="3931920" cy="502920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298448"/>
            <a:ext cx="393192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👨‍🎓  Student / Shishya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1856232"/>
            <a:ext cx="3931920" cy="429768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856232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Receive login credentials (SMS/Email)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2322576"/>
            <a:ext cx="3931920" cy="429768"/>
          </a:xfrm>
          <a:prstGeom prst="rect">
            <a:avLst/>
          </a:prstGeom>
          <a:solidFill>
            <a:srgbClr val="FFF0D6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322576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Log in via mobile browser or web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788920"/>
            <a:ext cx="3931920" cy="429768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788920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See your class timetable clearly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3255264"/>
            <a:ext cx="3931920" cy="429768"/>
          </a:xfrm>
          <a:prstGeom prst="rect">
            <a:avLst/>
          </a:prstGeom>
          <a:solidFill>
            <a:srgbClr val="FFF0D6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255264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Get notified when class is about to start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3721608"/>
            <a:ext cx="3931920" cy="429768"/>
          </a:xfrm>
          <a:prstGeom prst="rect">
            <a:avLst/>
          </a:prstGeom>
          <a:solidFill>
            <a:srgbClr val="FFFDF8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721608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Tap 'Join Class' — enter session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4187952"/>
            <a:ext cx="3931920" cy="429768"/>
          </a:xfrm>
          <a:prstGeom prst="rect">
            <a:avLst/>
          </a:prstGeom>
          <a:solidFill>
            <a:srgbClr val="FFF0D6"/>
          </a:solidFill>
          <a:ln w="6350">
            <a:solidFill>
              <a:srgbClr val="E8C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187952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Attend &amp; ask questions via chat or mic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Quick Restart Programme  •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  —  NOTHING MORE, NOTHING LESS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what is needed to resume classes immediately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754880" cy="411480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4754880" cy="4114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INCLUDED IN V1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4754880" cy="347472"/>
          </a:xfrm>
          <a:prstGeom prst="rect">
            <a:avLst/>
          </a:prstGeom>
          <a:solidFill>
            <a:srgbClr val="FFFDF8"/>
          </a:solidFill>
          <a:ln w="6350">
            <a:solidFill>
              <a:srgbClr val="D8E8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647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login for 20 teachers + 100 students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754880" cy="347472"/>
          </a:xfrm>
          <a:prstGeom prst="rect">
            <a:avLst/>
          </a:prstGeom>
          <a:solidFill>
            <a:srgbClr val="FFF0D6"/>
          </a:solidFill>
          <a:ln w="6350">
            <a:solidFill>
              <a:srgbClr val="D8E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class groups &amp; subject lists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4754880" cy="347472"/>
          </a:xfrm>
          <a:prstGeom prst="rect">
            <a:avLst/>
          </a:prstGeom>
          <a:solidFill>
            <a:srgbClr val="FFFDF8"/>
          </a:solidFill>
          <a:ln w="6350">
            <a:solidFill>
              <a:srgbClr val="D8E8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328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class scheduling by teacher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16936"/>
            <a:ext cx="4754880" cy="347472"/>
          </a:xfrm>
          <a:prstGeom prst="rect">
            <a:avLst/>
          </a:prstGeom>
          <a:solidFill>
            <a:srgbClr val="FFF0D6"/>
          </a:solidFill>
          <a:ln w="6350">
            <a:solidFill>
              <a:srgbClr val="D8E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169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HD video session (audio + video + chat)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4754880" cy="347472"/>
          </a:xfrm>
          <a:prstGeom prst="rect">
            <a:avLst/>
          </a:prstGeom>
          <a:solidFill>
            <a:srgbClr val="FFFDF8"/>
          </a:solidFill>
          <a:ln w="6350">
            <a:solidFill>
              <a:srgbClr val="D8E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0098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sharing to show notes or presentation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85032"/>
            <a:ext cx="4754880" cy="347472"/>
          </a:xfrm>
          <a:prstGeom prst="rect">
            <a:avLst/>
          </a:prstGeom>
          <a:solidFill>
            <a:srgbClr val="FFF0D6"/>
          </a:solidFill>
          <a:ln w="6350">
            <a:solidFill>
              <a:srgbClr val="D8E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850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WhatsApp/SMS notification on class start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4754880" cy="347472"/>
          </a:xfrm>
          <a:prstGeom prst="rect">
            <a:avLst/>
          </a:prstGeom>
          <a:solidFill>
            <a:srgbClr val="FFFDF8"/>
          </a:solidFill>
          <a:ln w="6350">
            <a:solidFill>
              <a:srgbClr val="D8E8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69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recording — stored for 30 days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53128"/>
            <a:ext cx="4754880" cy="347472"/>
          </a:xfrm>
          <a:prstGeom prst="rect">
            <a:avLst/>
          </a:prstGeom>
          <a:solidFill>
            <a:srgbClr val="FFF0D6"/>
          </a:solidFill>
          <a:ln w="6350">
            <a:solidFill>
              <a:srgbClr val="D8E8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531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attendance marking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1298448"/>
            <a:ext cx="3291840" cy="4114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298448"/>
            <a:ext cx="3291840" cy="4114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 KEPT FOR LATER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1764792"/>
            <a:ext cx="32918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7647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Assignments &amp; quizzes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0" y="2148840"/>
            <a:ext cx="3291840" cy="347472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148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LMS / course content library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0" y="2532888"/>
            <a:ext cx="32918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5328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Student progress reports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0" y="2916936"/>
            <a:ext cx="3291840" cy="347472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9169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Gamification &amp; badges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0" y="3300984"/>
            <a:ext cx="32918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3009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Parent portal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0" y="3685032"/>
            <a:ext cx="3291840" cy="347472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36850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Fee management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0" y="4069080"/>
            <a:ext cx="32918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0690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AI recommendations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0" y="4453128"/>
            <a:ext cx="3291840" cy="347472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44531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Multi-campus admin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Quick Restart Programme  •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  —  READY IN 2 WEEKS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Fast, structured setup  —  minimal disruption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931920" cy="3456432"/>
          </a:xfrm>
          <a:prstGeom prst="rect">
            <a:avLst/>
          </a:prstGeom>
          <a:solidFill>
            <a:srgbClr val="FFFDF8"/>
          </a:solidFill>
          <a:ln w="19050">
            <a:solidFill>
              <a:srgbClr val="D458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3931920" cy="658368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167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&amp; Onboarding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" y="914400"/>
            <a:ext cx="777240" cy="25603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057400"/>
            <a:ext cx="822960" cy="25603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574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71600" y="20391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platform, create 20 teacher + 100 student accounts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914400"/>
            <a:ext cx="777240" cy="25603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715768"/>
            <a:ext cx="822960" cy="25603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71600" y="2697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class groups, subjects &amp; existing schedule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" y="914400"/>
            <a:ext cx="777240" cy="25603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374136"/>
            <a:ext cx="822960" cy="25603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3741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71600" y="33558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login credentials via SMS to all teachers &amp; students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" y="914400"/>
            <a:ext cx="777240" cy="25603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4032504"/>
            <a:ext cx="822960" cy="256032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0325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71600" y="40142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orientation — 30 min online demo session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298448"/>
            <a:ext cx="3931920" cy="3456432"/>
          </a:xfrm>
          <a:prstGeom prst="rect">
            <a:avLst/>
          </a:prstGeom>
          <a:solidFill>
            <a:srgbClr val="FFFDF8"/>
          </a:solidFill>
          <a:ln w="19050">
            <a:solidFill>
              <a:srgbClr val="2A5A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298448"/>
            <a:ext cx="3931920" cy="6583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3167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16002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&amp; Go Live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18888" y="914400"/>
            <a:ext cx="777240" cy="2560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2057400"/>
            <a:ext cx="822960" cy="2560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0574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6–7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15000" y="20391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5 teachers run trial classes with their students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18888" y="914400"/>
            <a:ext cx="777240" cy="2560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18888" y="2715768"/>
            <a:ext cx="822960" cy="2560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715000" y="2697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collected, minor adjustments made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18888" y="914400"/>
            <a:ext cx="777240" cy="2560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18888" y="3374136"/>
            <a:ext cx="822960" cy="2560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33741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15000" y="33558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teachers go live — full class schedule resumes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18888" y="914400"/>
            <a:ext cx="777240" cy="2560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18888" y="4032504"/>
            <a:ext cx="822960" cy="2560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40325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715000" y="40142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 available on WhatsApp for any issues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solidFill>
            <a:srgbClr val="FFF0D6"/>
          </a:solidFill>
          <a:ln w="12700">
            <a:solidFill>
              <a:srgbClr val="E8C8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only a smartphone with a browser. No app download required for Day 1.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Quick Restart Programme  •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—  SIMPLE &amp; RELIABLE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1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installation. Works on any device with internet.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651760" cy="2286000"/>
          </a:xfrm>
          <a:prstGeom prst="rect">
            <a:avLst/>
          </a:prstGeom>
          <a:solidFill>
            <a:srgbClr val="FFFDF8"/>
          </a:solidFill>
          <a:ln w="25400">
            <a:solidFill>
              <a:srgbClr val="D458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2651760" cy="64008"/>
          </a:xfrm>
          <a:prstGeom prst="rect">
            <a:avLst/>
          </a:prstGeom>
          <a:solidFill>
            <a:srgbClr val="D4580A"/>
          </a:solidFill>
          <a:ln w="12700">
            <a:solidFill>
              <a:srgbClr val="D45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/ Desktop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99339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  &gt;  vidyasetu.in  &gt;  Login  &gt;  Teach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teachers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298448"/>
            <a:ext cx="2651760" cy="2286000"/>
          </a:xfrm>
          <a:prstGeom prst="rect">
            <a:avLst/>
          </a:prstGeom>
          <a:solidFill>
            <a:srgbClr val="FFFDF8"/>
          </a:solidFill>
          <a:ln w="254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1298448"/>
            <a:ext cx="2651760" cy="6400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199339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Chrome / Safari  &gt;  vidyasetu.in  &gt;  Login  &gt;  Join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27832" y="3200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2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students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1298448"/>
            <a:ext cx="2651760" cy="2286000"/>
          </a:xfrm>
          <a:prstGeom prst="rect">
            <a:avLst/>
          </a:prstGeom>
          <a:solidFill>
            <a:srgbClr val="FFFDF8"/>
          </a:solidFill>
          <a:ln w="25400">
            <a:solidFill>
              <a:srgbClr val="2A6B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1298448"/>
            <a:ext cx="2651760" cy="64008"/>
          </a:xfrm>
          <a:prstGeom prst="rect">
            <a:avLst/>
          </a:prstGeom>
          <a:solidFill>
            <a:srgbClr val="2A6B4A"/>
          </a:solidFill>
          <a:ln w="12700">
            <a:solidFill>
              <a:srgbClr val="2A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Phone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99632" y="199339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7A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SMS with class link  &gt;  Tap to join audio-only mode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89904" y="32004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2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option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FFF0D6"/>
          </a:solidFill>
          <a:ln w="12700">
            <a:solidFill>
              <a:srgbClr val="E8C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856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5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(Managed for you — college needs to know nothing about this):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1148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41148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/ Jitsi Meet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41148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41148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India (Mumbai)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41148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41148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+ SMS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41148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0" y="41148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1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Login PIN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VidyaSetu  •  Quick Restart Programme  •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45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4962A">
              <a:alpha val="18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4114800" cy="4114800"/>
          </a:xfrm>
          <a:prstGeom prst="ellipse">
            <a:avLst/>
          </a:prstGeom>
          <a:solidFill>
            <a:srgbClr val="6B1E2C">
              <a:alpha val="12000"/>
            </a:srgbClr>
          </a:solidFill>
          <a:ln w="12700">
            <a:solidFill>
              <a:srgbClr val="6B1E2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संस्कृत महाविद्यालय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896112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Classes Must</a:t>
            </a:r>
            <a:endParaRPr lang="en-US" sz="3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E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विद्यासेतु — Bridging Ancient Knowledge with Digital Learning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2377440" cy="1188720"/>
          </a:xfrm>
          <a:prstGeom prst="rect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80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 Now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4381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platform access in 48 hrs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880360"/>
            <a:ext cx="2377440" cy="1188720"/>
          </a:xfrm>
          <a:prstGeom prst="rect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980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Launch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34381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live in 14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2880360"/>
            <a:ext cx="2377440" cy="1188720"/>
          </a:xfrm>
          <a:prstGeom prst="rect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980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Support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34381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help for every teacher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Teachers  ·  100 Students  ·  1 Simple Platform  ·  Classes resume in 2 weeks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B70D09-7BF6-E1B8-D72D-C18581D9082E}"/>
              </a:ext>
            </a:extLst>
          </p:cNvPr>
          <p:cNvSpPr txBox="1"/>
          <p:nvPr/>
        </p:nvSpPr>
        <p:spPr>
          <a:xfrm>
            <a:off x="1272988" y="17391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812</Words>
  <Application>Microsoft Macintosh PowerPoint</Application>
  <PresentationFormat>On-screen Show (16:9)</PresentationFormat>
  <Paragraphs>147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VidyaSetu – Quick Restart</dc:title>
  <dc:subject>PptxGenJS Presentation</dc:subject>
  <dc:creator>PptxGenJS</dc:creator>
  <cp:lastModifiedBy>Natarajan R</cp:lastModifiedBy>
  <cp:revision>2</cp:revision>
  <dcterms:created xsi:type="dcterms:W3CDTF">2026-03-08T03:52:23Z</dcterms:created>
  <dcterms:modified xsi:type="dcterms:W3CDTF">2026-03-08T08:24:22Z</dcterms:modified>
</cp:coreProperties>
</file>